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5C3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DATA SCHOOL 5기 · 2차 프로젝트 · 팀원 모집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Fashion AI Agent </a:t>
            </a:r>
            <a:pPr indent="0" marL="0">
              <a:buNone/>
            </a:pPr>
            <a:r>
              <a:rPr lang="en-US" sz="4000" b="1" dirty="0">
                <a:solidFill>
                  <a:srgbClr val="8B85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Appservice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7C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체형·날씨 데이터로 조건화된 108만 건 실데이터를 기반으로,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7C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Dynamics 365 · Teams와 연동되는 AI 기반 SCM 모듈을 만듭니다.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3657600" cy="0"/>
          </a:xfrm>
          <a:prstGeom prst="line">
            <a:avLst/>
          </a:prstGeom>
          <a:noFill/>
          <a:ln w="12700">
            <a:solidFill>
              <a:srgbClr val="3A375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4434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108만+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주문 데이터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4434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26080" y="4983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문서(볼트)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4434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0" y="4983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 역할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· 기획  ___________________        2026.08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프로젝트인가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 자산과 차별화 포인트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0372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데이터 기반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0372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그라운딩 · 108만 건 검증 결과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108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프로젝트에서 새로 구현할 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2788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0372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03720" y="3108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Hub → Databricks → Teams·Power BI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886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설계 방향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251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 모델 · 피처 구성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931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3886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및 모집 역할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03720" y="4251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역할 상세 · Tech Stack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25880" y="5029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일정(안)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5394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스프린트 로드맵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Fashion AI Agent Appservice · 팀원 모집 피치덱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WHY THIS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팀은 0에서 시작하지만, 우리는 이미 절반을 지나왔습니다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프로젝트 발표들을 보면 10~14일 스프린트 안에 주제선정→데이터수집→모델링→대시보드를 전부 새로 해야 했습니다. 우리는 이미 이 단계를 마쳤습니다.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1차 프로젝트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주제 선정부터 시작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데이터 확보·검증에 시간 소요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가상 데이터 신뢰성 확보 어려움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800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10~14일 내 전 과정 압축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14884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1C1A2B"/>
          </a:solidFill>
          <a:ln w="12700">
            <a:solidFill>
              <a:srgbClr val="1C1A2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9224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2차 프로젝트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도메인 설계 35개 문서 완비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611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108만 건 실데이터 이미 생성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206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기상청·체형 실측 데이터로 검증 완료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4800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Azure 파이프라인 구축에 집중 가능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Fashion AI Agent Appservice · 팀원 모집 피치덱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임의로 지어낸 숫자가 아니라, 실측 데이터로 조건화했습니다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108만+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데이터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2024.03~2026.08, 3개년 시뮬레이션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99~100%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분기별 목표 정확도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분기 매출 타겟 대비 실제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겨울 55%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아우터 판매 계절성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월평균기온 보간 반영 검증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098280" y="1783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±1%p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9828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 분포 오차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98280" y="26060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여성 신장 분포 실측치 대비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근거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0789920" cy="2011680"/>
        </p:xfrm>
        <a:graphic>
          <a:graphicData uri="http://schemas.openxmlformats.org/drawingml/2006/table">
            <a:tbl>
              <a:tblPr/>
              <a:tblGrid>
                <a:gridCol w="3840480"/>
                <a:gridCol w="694944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기상청 기후평년값(1991~2020)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월평균기온 → 24절기 보간 → 카테고리별 수요 가중치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신장 분포 실측 설문 (2018)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2030 여성 키 분포 → 사이즈(XS~XL) 선택 가중치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퍼스널컬러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 통계 부재 확인 → 룰 기반 매핑으로 정직하게 전환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Fashion AI Agent Appservice · 팀원 모집 피치덱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MVP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범위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078992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3891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완료 (1차 자산)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2차 프로젝트에서 구현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협업·연동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Excel 리포트 export(1차 자산 재사용)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Teams 봇(RAG 코파일럿) + Power BI 연동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SQLite 108만 건 + 미달 시나리오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Event Hub 실시간 스트림화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스크립트(Python)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 Factory 오케스트레이션 + Databricks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문서(개념)만 존재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수요예측 모델 학습·배포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SQLite 단일 파일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 Lake + Cosmos 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대시보드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 정적 프로토타입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부서별(재고/예산/마케팅) KPI 뷰 고도화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Fashion AI Agent Appservice · 팀원 모집 피치덱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13</a:t>
            </a:r>
            <a:endParaRPr lang="en-US" sz="9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B6B6B"/>
                </a:solidFill>
              </a:rPr>
              <a:t>※ GenAI 콘텐츠 생성(카피라이팅·룩북 이미지)은 이번 스코프에서 제외 — 마케팅은 프로모션 방향성 협의(Teams 코파일럿)에 집중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데이터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6E699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8470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NQNQ 데이터셋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176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108만 건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31720" y="17373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2B8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423160" y="18470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Hub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23160" y="2176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이벤트화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0" y="17373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2B88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06240" y="18470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 Analytics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06240" y="2176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집계·알림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F5C3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218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Factory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5478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오케스트레이션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31720" y="31089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FF5C3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423160" y="3218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Databricks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23160" y="35478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변환·ML 학습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0" y="31089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6E699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206240" y="3218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Cosmos DB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06240" y="35478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· M365 연동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40280" y="2171700"/>
            <a:ext cx="640080" cy="0"/>
          </a:xfrm>
          <a:prstGeom prst="line">
            <a:avLst/>
          </a:prstGeom>
          <a:noFill/>
          <a:ln w="15875">
            <a:solidFill>
              <a:srgbClr val="6E69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023360" y="2171700"/>
            <a:ext cx="640080" cy="0"/>
          </a:xfrm>
          <a:prstGeom prst="line">
            <a:avLst/>
          </a:prstGeom>
          <a:noFill/>
          <a:ln w="15875">
            <a:solidFill>
              <a:srgbClr val="6E69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240280" y="3543300"/>
            <a:ext cx="640080" cy="0"/>
          </a:xfrm>
          <a:prstGeom prst="line">
            <a:avLst/>
          </a:prstGeom>
          <a:noFill/>
          <a:ln w="15875">
            <a:solidFill>
              <a:srgbClr val="6E69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023360" y="3543300"/>
            <a:ext cx="640080" cy="0"/>
          </a:xfrm>
          <a:prstGeom prst="line">
            <a:avLst/>
          </a:prstGeom>
          <a:noFill/>
          <a:ln w="15875">
            <a:solidFill>
              <a:srgbClr val="6E69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965192" y="2606040"/>
            <a:ext cx="0" cy="502920"/>
          </a:xfrm>
          <a:prstGeom prst="line">
            <a:avLst/>
          </a:prstGeom>
          <a:noFill/>
          <a:ln w="15875">
            <a:solidFill>
              <a:srgbClr val="6E69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399032" y="2606040"/>
            <a:ext cx="3566160" cy="0"/>
          </a:xfrm>
          <a:prstGeom prst="line">
            <a:avLst/>
          </a:prstGeom>
          <a:noFill/>
          <a:ln w="15875">
            <a:solidFill>
              <a:srgbClr val="6E699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399032" y="2606040"/>
            <a:ext cx="0" cy="502920"/>
          </a:xfrm>
          <a:prstGeom prst="line">
            <a:avLst/>
          </a:prstGeom>
          <a:noFill/>
          <a:ln w="15875">
            <a:solidFill>
              <a:srgbClr val="6E69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126480" y="1920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B8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처리 (신규)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배치·ML 처리 (신규)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297680"/>
            <a:ext cx="10789920" cy="1874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Databricks 단계에서 61번 문서의 "ML 기반 수요예측"을 실제로 구현합니다. 날씨(24절기)·체형(신장분포) 피처가 이미 데이터에 반영되어 있어 바로 학습 가능합니다.</a:t>
            </a:r>
            <a:endParaRPr lang="en-US" sz="1300" dirty="0"/>
          </a:p>
          <a:p>
            <a:r>
              <a:rPr b="1" sz="1300"/>
              <a:t>확장: </a:t>
            </a:r>
            <a:r>
              <a:rPr sz="1300"/>
              <a:t>Cosmos DB 서빙 계층은 대시보드 외에 Teams 봇(RAG 코파일럿) · Power BI · Excel로도 열려 있어, Dynamics 365/Dataverse 위에 얹는 M365 모듈 구조를 지향합니다.</a:t>
            </a:r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Fashion AI Agent Appservice · 팀원 모집 피치덱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ML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 모델 설계 방향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 × 일자 단위로 향후 N일 판매량을 예측해, 재고 리오더 시점을 자동 산출한다 (61.AI-Powered Smart MD OS 개념의 실구현)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3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24절기 보간 기온, 카테고리별 민감도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251460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3484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3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신장분포 기반 사이즈 수요 가중치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0" y="251460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9244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3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92440" y="2926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프로모션 배수, 요일 효과, 시즌 여부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3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상태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가용재고, 리오더포인트 근접도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356616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43484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3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이력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3484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SKU별 최근 N일 판매속도(velocity)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63840" y="356616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09244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3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온라인/오프라인/홀세일 비중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학습·배포: Databricks(PySpark 피처엔지니어링 + MLflow) → Azure ML(학습/배포) → Cosmos DB(예측 결과 서빙)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Fashion AI Agent Appservice · 팀원 모집 피치덱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TEAM &amp;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 역할 (6명)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0789920" cy="420624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6217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PM · 기획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(충원됨)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8D5F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 정의, 일정 관리, 문서·발표 총괄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A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파이프라인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5C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모집중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Event Hub 연동, Data Factory 배치 오케스트레이션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 · 모델링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5C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모집중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Databricks 피처엔지니어링, 수요예측 모델 학습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Azure 인프라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5C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모집중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Cosmos DB, Data Lake, Dataverse 연동 설계·구축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대시보드 · 프론트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5C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모집중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 대시보드 실데이터 연동, 부서별 KPI 뷰 + Power BI 연동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1A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· AI Copilot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5C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모집중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699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Teams 봇 기반 RAG 코파일럿 — 부서간 승인·협의 워크플로우 구현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Fashion AI Agent Appservice · 팀원 모집 피치덱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TEAM &amp;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749808"/>
          </a:xfrm>
          <a:prstGeom prst="rect">
            <a:avLst/>
          </a:prstGeom>
          <a:solidFill>
            <a:srgbClr val="FF5C3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76479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0" y="1764792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Python, Azure Event Hub, Data Factory, ADLS Gen2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2587752"/>
            <a:ext cx="73152" cy="749808"/>
          </a:xfrm>
          <a:prstGeom prst="rect">
            <a:avLst/>
          </a:prstGeom>
          <a:solidFill>
            <a:srgbClr val="3F3D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660904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· 모델링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0" y="2660904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PySpark, MLflow, Databricks, Azure ML, XGBoost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3483864"/>
            <a:ext cx="73152" cy="749808"/>
          </a:xfrm>
          <a:prstGeom prst="rect">
            <a:avLst/>
          </a:prstGeom>
          <a:solidFill>
            <a:srgbClr val="FF5C3D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557016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인프라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3557016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Cosmos DB, Data Lake, Azure Resource Manager, Dataverse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8640" y="4379976"/>
            <a:ext cx="73152" cy="749808"/>
          </a:xfrm>
          <a:prstGeom prst="rect">
            <a:avLst/>
          </a:prstGeom>
          <a:solidFill>
            <a:srgbClr val="3F3DF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453128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· 프론트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57600" y="4453128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React, Recharts, Cosmos DB SDK, Power BI Embedded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5276088"/>
            <a:ext cx="73152" cy="749808"/>
          </a:xfrm>
          <a:prstGeom prst="rect">
            <a:avLst/>
          </a:prstGeom>
          <a:solidFill>
            <a:srgbClr val="FF5C3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534924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AI Copilot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57600" y="5349240"/>
            <a:ext cx="7498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AI Search, Teams Bot Framework/Copilot Studio, OpenAI/LLM 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Fashion AI Agent Appservice · 팀원 모집 피치덱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SCHEDULE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일정(안) — 총 3주 스프린트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Event Hub 연동·리플레이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Data Factory 배치 적재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Databricks Bronze/Silver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169164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DFF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8056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A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ML·인프라 구축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8056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Databricks Gold·피처엔지니어링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8056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수요예측 모델 학습·평가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Cosmos DB 서빙 계층 구축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63840" y="169164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1C1A2B"/>
          </a:solidFill>
          <a:ln w="12700">
            <a:solidFill>
              <a:srgbClr val="1C1A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3816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통합·고도화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3816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부서별 KPI 대시보드 연동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3816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Teams 봇 RAG 코파일럿 프로토타입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3816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통합 테스트·발표 준비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Fashion AI Agent Appservice · 팀원 모집 피치덱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9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F3DF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C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절반 만들어진 프로젝트,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절반을 함께 완성할 5명을 찾습니다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 · ML·모델링 · Azure 인프라 · 대시보드·프론트 · RAG·AI Copilot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3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· 기획  ___________________         연락처  ___________________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2026-08-17T08:10:36Z</dcterms:created>
  <dcterms:modified xsi:type="dcterms:W3CDTF">2026-08-17T08:10:36Z</dcterms:modified>
</cp:coreProperties>
</file>